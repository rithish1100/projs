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212" r:id="rId1"/>
  </p:sldMasterIdLst>
  <p:notesMasterIdLst>
    <p:notesMasterId r:id="rId18"/>
  </p:notesMasterIdLst>
  <p:handoutMasterIdLst>
    <p:handoutMasterId r:id="rId19"/>
  </p:handoutMasterIdLst>
  <p:sldIdLst>
    <p:sldId id="256" r:id="rId2"/>
    <p:sldId id="286" r:id="rId3"/>
    <p:sldId id="257" r:id="rId4"/>
    <p:sldId id="281" r:id="rId5"/>
    <p:sldId id="258" r:id="rId6"/>
    <p:sldId id="287" r:id="rId7"/>
    <p:sldId id="259" r:id="rId8"/>
    <p:sldId id="282" r:id="rId9"/>
    <p:sldId id="264" r:id="rId10"/>
    <p:sldId id="280" r:id="rId11"/>
    <p:sldId id="283" r:id="rId12"/>
    <p:sldId id="266" r:id="rId13"/>
    <p:sldId id="288" r:id="rId14"/>
    <p:sldId id="285" r:id="rId15"/>
    <p:sldId id="272" r:id="rId16"/>
    <p:sldId id="268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2oiVpas2YBkO0UByyxNlT3ADt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41" autoAdjust="0"/>
  </p:normalViewPr>
  <p:slideViewPr>
    <p:cSldViewPr snapToGrid="0">
      <p:cViewPr varScale="1">
        <p:scale>
          <a:sx n="96" d="100"/>
          <a:sy n="96" d="100"/>
        </p:scale>
        <p:origin x="14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32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126861" y="8412"/>
            <a:ext cx="2729552" cy="116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9FAE8-5F59-4A6F-A3F8-3BB27631547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245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7369171"/>
      </p:ext>
    </p:extLst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2743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4" name="Google Shape;1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3385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4" name="Google Shape;1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3385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7237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2732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2732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6044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01156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01156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9900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3D897-DFE7-44A6-88B7-A63010E51BC0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BASED REAL TIME MONITORING AND CONTROL SYSTEM FOR MUSHROOM FARM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51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6AED1-9876-4C01-B62E-34C2049F63B4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BASED REAL TIME MONITORING AND CONTROL SYSTEM FOR MUSHROOM FARM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67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66060-F5EB-4C51-AFBD-44A0E7355E3B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BASED REAL TIME MONITORING AND CONTROL SYSTEM FOR MUSHROOM FARM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pic>
        <p:nvPicPr>
          <p:cNvPr id="7" name="Picture 6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18" y="134875"/>
            <a:ext cx="115252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LVAS NEW LOGO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4475" y="110001"/>
            <a:ext cx="1333500" cy="1190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7490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D76B5-286F-47D2-AD19-856625DCB7CB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BASED REAL TIME MONITORING AND CONTROL SYSTEM FOR MUSHROOM FARM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237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2DC5-345C-46FD-9D74-378DDC889D1B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BASED REAL TIME MONITORING AND CONTROL SYSTEM FOR MUSHROOM FARM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673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F61B-2608-4622-8D21-FD18A46E21BF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BASED REAL TIME MONITORING AND CONTROL SYSTEM FOR MUSHROOM FARM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72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BB5CF-89DE-4AE4-8519-A9EC2D7C9575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BASED REAL TIME MONITORING AND CONTROL SYSTEM FOR MUSHROOM FARM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9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3A492-C38A-4236-B547-F38F9A2F4F7E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BASED REAL TIME MONITORING AND CONTROL SYSTEM FOR MUSHROOM FARM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37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5C72-58F3-46E5-A6C8-9319717E23D4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BASED REAL TIME MONITORING AND CONTROL SYSTEM FOR MUSHROOM FARM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7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0E68-DC05-4BBD-846D-BF19483FF0F3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BASED REAL TIME MONITORING AND CONTROL SYSTEM FOR MUSHROOM FARM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9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7D1F-E8D6-43B4-8EE5-B029E2967E5E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IOT BASED REAL TIME MONITORING AND CONTROL SYSTEM FOR MUSHROOM FARM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40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5380A-D7C3-4BFA-B4C6-AF530FDD80D3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IOT BASED REAL TIME MONITORING AND CONTROL SYSTEM FOR MUSHROOM FARM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pic>
        <p:nvPicPr>
          <p:cNvPr id="7" name="Picture 6" descr="ALVAS NEW LOGO"/>
          <p:cNvPicPr/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977" y="345958"/>
            <a:ext cx="133350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/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890" y="426921"/>
            <a:ext cx="1152525" cy="1028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2617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3" r:id="rId1"/>
    <p:sldLayoutId id="2147484214" r:id="rId2"/>
    <p:sldLayoutId id="2147484215" r:id="rId3"/>
    <p:sldLayoutId id="2147484216" r:id="rId4"/>
    <p:sldLayoutId id="2147484217" r:id="rId5"/>
    <p:sldLayoutId id="2147484218" r:id="rId6"/>
    <p:sldLayoutId id="2147484219" r:id="rId7"/>
    <p:sldLayoutId id="2147484220" r:id="rId8"/>
    <p:sldLayoutId id="2147484221" r:id="rId9"/>
    <p:sldLayoutId id="2147484222" r:id="rId10"/>
    <p:sldLayoutId id="214748422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>
            <a:spLocks noGrp="1"/>
          </p:cNvSpPr>
          <p:nvPr>
            <p:ph type="ctrTitle"/>
          </p:nvPr>
        </p:nvSpPr>
        <p:spPr>
          <a:xfrm>
            <a:off x="1463039" y="1466838"/>
            <a:ext cx="9144000" cy="182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BBE1E5"/>
              </a:buClr>
              <a:buSzPct val="100000"/>
            </a:pP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- 1 INTERNSHIP PRESENTATION  </a:t>
            </a: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EMBEDDED SYSTEMS &amp; IOT INTERN</a:t>
            </a:r>
            <a:endParaRPr b="1" u="sng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49" name="Google Shape;149;p1"/>
          <p:cNvSpPr txBox="1">
            <a:spLocks noGrp="1"/>
          </p:cNvSpPr>
          <p:nvPr>
            <p:ph type="subTitle" idx="1"/>
          </p:nvPr>
        </p:nvSpPr>
        <p:spPr>
          <a:xfrm>
            <a:off x="5035549" y="7726680"/>
            <a:ext cx="9144000" cy="77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900" dirty="0">
              <a:solidFill>
                <a:srgbClr val="A2CDE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"/>
          <p:cNvSpPr txBox="1">
            <a:spLocks noGrp="1"/>
          </p:cNvSpPr>
          <p:nvPr>
            <p:ph type="ftr" sz="quarter" idx="11"/>
          </p:nvPr>
        </p:nvSpPr>
        <p:spPr>
          <a:xfrm>
            <a:off x="4712185" y="6355081"/>
            <a:ext cx="9790727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-1 Internship Review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920057A-1BC6-48F5-831C-5AB970D80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703170"/>
              </p:ext>
            </p:extLst>
          </p:nvPr>
        </p:nvGraphicFramePr>
        <p:xfrm>
          <a:off x="424543" y="4358930"/>
          <a:ext cx="11707586" cy="16989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63668">
                  <a:extLst>
                    <a:ext uri="{9D8B030D-6E8A-4147-A177-3AD203B41FA5}">
                      <a16:colId xmlns:a16="http://schemas.microsoft.com/office/drawing/2014/main" val="3875651842"/>
                    </a:ext>
                  </a:extLst>
                </a:gridCol>
                <a:gridCol w="4343918">
                  <a:extLst>
                    <a:ext uri="{9D8B030D-6E8A-4147-A177-3AD203B41FA5}">
                      <a16:colId xmlns:a16="http://schemas.microsoft.com/office/drawing/2014/main" val="2232516956"/>
                    </a:ext>
                  </a:extLst>
                </a:gridCol>
              </a:tblGrid>
              <a:tr h="1698969">
                <a:tc>
                  <a:txBody>
                    <a:bodyPr/>
                    <a:lstStyle/>
                    <a:p>
                      <a:pPr lvl="1" algn="ctr"/>
                      <a:r>
                        <a:rPr lang="en-GB" sz="1600" b="1" dirty="0">
                          <a:latin typeface="Bookman Old Style" panose="02050604050505020204" pitchFamily="18" charset="0"/>
                        </a:rPr>
                        <a:t>   Submitted by                                 Internal Guide</a:t>
                      </a:r>
                    </a:p>
                    <a:p>
                      <a:pPr lvl="0" algn="ctr"/>
                      <a:r>
                        <a:rPr lang="en-GB" sz="1600" b="1" baseline="0" dirty="0">
                          <a:latin typeface="Bookman Old Style" panose="02050604050505020204" pitchFamily="18" charset="0"/>
                        </a:rPr>
                        <a:t>Rithish Kumar Chandrahas Gouda                </a:t>
                      </a:r>
                      <a:r>
                        <a:rPr lang="en-GB" sz="1600" b="1" baseline="0" dirty="0" err="1">
                          <a:latin typeface="Bookman Old Style" panose="02050604050505020204" pitchFamily="18" charset="0"/>
                        </a:rPr>
                        <a:t>Mr.Faisal</a:t>
                      </a:r>
                      <a:r>
                        <a:rPr lang="en-GB" sz="1600" b="1" baseline="0" dirty="0">
                          <a:latin typeface="Bookman Old Style" panose="02050604050505020204" pitchFamily="18" charset="0"/>
                        </a:rPr>
                        <a:t> </a:t>
                      </a:r>
                      <a:endParaRPr lang="en-GB" sz="1600" b="1" dirty="0">
                        <a:latin typeface="Bookman Old Style" panose="02050604050505020204" pitchFamily="18" charset="0"/>
                      </a:endParaRPr>
                    </a:p>
                    <a:p>
                      <a:pPr algn="ctr"/>
                      <a:r>
                        <a:rPr lang="en-GB" sz="1400" b="1" dirty="0"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                     </a:t>
                      </a:r>
                      <a:r>
                        <a:rPr lang="en-GB" sz="1600" b="1" dirty="0"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4AL222EC078 </a:t>
                      </a:r>
                      <a:r>
                        <a:rPr lang="en-GB" sz="1400" b="1" dirty="0"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                            </a:t>
                      </a:r>
                      <a:r>
                        <a:rPr lang="en-GB" sz="1600" b="1" dirty="0"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Senior Assistant Profess</a:t>
                      </a:r>
                    </a:p>
                    <a:p>
                      <a:pPr algn="ctr"/>
                      <a:r>
                        <a:rPr lang="en-GB" sz="1400" b="1" dirty="0"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                                                                         </a:t>
                      </a:r>
                      <a:r>
                        <a:rPr lang="en-GB" sz="1600" b="1" dirty="0"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AIET , </a:t>
                      </a:r>
                      <a:r>
                        <a:rPr lang="en-GB" sz="1600" b="1" dirty="0" err="1"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Mijar</a:t>
                      </a:r>
                      <a:r>
                        <a:rPr lang="en-GB" sz="1600" b="1" dirty="0"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External Guide</a:t>
                      </a:r>
                    </a:p>
                    <a:p>
                      <a:pPr algn="ctr"/>
                      <a:r>
                        <a:rPr lang="en-IN" sz="1600" b="1" dirty="0">
                          <a:latin typeface="Bookman Old Style" panose="02050604050505020204" pitchFamily="18" charset="0"/>
                        </a:rPr>
                        <a:t>Dhananjaya B P </a:t>
                      </a:r>
                      <a:endParaRPr lang="en-GB" sz="1600" b="1" baseline="0" dirty="0"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b="1" dirty="0">
                          <a:latin typeface="Bookman Old Style" panose="02050604050505020204" pitchFamily="18" charset="0"/>
                        </a:rPr>
                        <a:t>Senior Embedded Engineer </a:t>
                      </a:r>
                      <a:r>
                        <a:rPr lang="en-IN" sz="1600" b="1" baseline="0" dirty="0"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/>
                      <a:r>
                        <a:rPr lang="en-IN" sz="1600" b="1" baseline="0" dirty="0" err="1"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Loginware</a:t>
                      </a:r>
                      <a:r>
                        <a:rPr lang="en-IN" sz="1600" b="1" baseline="0" dirty="0"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1" baseline="0" dirty="0" err="1"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Softtec</a:t>
                      </a:r>
                      <a:r>
                        <a:rPr lang="en-IN" sz="1600" b="1" baseline="0" dirty="0"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1" baseline="0" dirty="0" err="1">
                          <a:latin typeface="Bookman Old Style" panose="02050604050505020204" pitchFamily="18" charset="0"/>
                          <a:cs typeface="Times New Roman" panose="02020603050405020304" pitchFamily="18" charset="0"/>
                        </a:rPr>
                        <a:t>Banglore</a:t>
                      </a:r>
                      <a:endParaRPr lang="en-GB" sz="1600" b="1" baseline="0" dirty="0">
                        <a:latin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948052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63B090-97F8-4027-B1F7-E69633BE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BEB5-61ED-4ECF-9806-689977826D21}" type="datetime5">
              <a:rPr lang="en-US" smtClean="0"/>
              <a:pPr/>
              <a:t>12-Apr-26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B9345-D75D-4272-7CE8-CD6D83E5D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</a:t>
            </a:r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Overview-Embedded System &amp;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98F2-FA53-D237-092F-B735AC359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and IoT focus on developing smart, automated devices used in daily life and industries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in this field is driven by wireless communication, automation, and smart technologies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 like ESP32 and Raspberry Pi are widely used for building IoT-based solutions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demand for engineers skilled in hardware-software integration and real-time systems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problem-solving, debugging, and system design skills are essential for success </a:t>
            </a:r>
          </a:p>
          <a:p>
            <a:endParaRPr lang="en-US" dirty="0"/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3FBFE-A442-63AF-1520-E50449706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6AED1-9876-4C01-B62E-34C2049F63B4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0A501-1760-1A9F-81CF-C3424B5A5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5029" y="6310312"/>
            <a:ext cx="4114800" cy="365125"/>
          </a:xfrm>
        </p:spPr>
        <p:txBody>
          <a:bodyPr/>
          <a:lstStyle/>
          <a:p>
            <a:pPr lvl="0" algn="l">
              <a:buClr>
                <a:schemeClr val="lt1"/>
              </a:buClr>
              <a:buSzPts val="1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-1 Internship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7EB30-4230-ECC4-80FA-BAC3CBCC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03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"/>
          <p:cNvSpPr txBox="1">
            <a:spLocks noGrp="1"/>
          </p:cNvSpPr>
          <p:nvPr>
            <p:ph type="title"/>
          </p:nvPr>
        </p:nvSpPr>
        <p:spPr>
          <a:xfrm>
            <a:off x="508040" y="4170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200" b="1" dirty="0">
              <a:solidFill>
                <a:schemeClr val="accent5">
                  <a:lumMod val="7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"/>
          <p:cNvSpPr txBox="1">
            <a:spLocks noGrp="1"/>
          </p:cNvSpPr>
          <p:nvPr>
            <p:ph idx="1"/>
          </p:nvPr>
        </p:nvSpPr>
        <p:spPr>
          <a:xfrm flipV="1">
            <a:off x="648733" y="1034146"/>
            <a:ext cx="11165775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0800" indent="0">
              <a:buClr>
                <a:schemeClr val="dk1"/>
              </a:buClr>
              <a:buSzPts val="200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"/>
          <p:cNvSpPr txBox="1">
            <a:spLocks noGrp="1"/>
          </p:cNvSpPr>
          <p:nvPr>
            <p:ph type="ftr" sz="quarter" idx="11"/>
          </p:nvPr>
        </p:nvSpPr>
        <p:spPr>
          <a:xfrm>
            <a:off x="4698358" y="6356350"/>
            <a:ext cx="9496687" cy="3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chemeClr val="lt1"/>
              </a:buClr>
              <a:buSzPts val="1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-1 Internship Review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9F4D7C-3F2B-4E27-95DE-CE56677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2D510-06BB-47A0-9275-C0472F7080AF}" type="datetime5">
              <a:rPr lang="en-US" smtClean="0"/>
              <a:pPr/>
              <a:t>12-Apr-26</a:t>
            </a:fld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93C684E-80C2-567D-C2B4-2FAB991D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85" y="1448820"/>
            <a:ext cx="10268415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strong foundation in C programming as the core language for embedded systems development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understanding of how software interacts with hardware components in real-time systems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with ESP32 microcontroller to perform basic and advanced hardware operations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hands-on implementation which improved coding, logic building, and technical confidence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"/>
          <p:cNvSpPr txBox="1">
            <a:spLocks noGrp="1"/>
          </p:cNvSpPr>
          <p:nvPr>
            <p:ph type="title"/>
          </p:nvPr>
        </p:nvSpPr>
        <p:spPr>
          <a:xfrm>
            <a:off x="508040" y="4170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Cont…</a:t>
            </a:r>
            <a:endParaRPr sz="3200" b="1" dirty="0">
              <a:solidFill>
                <a:schemeClr val="accent5">
                  <a:lumMod val="7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"/>
          <p:cNvSpPr txBox="1">
            <a:spLocks noGrp="1"/>
          </p:cNvSpPr>
          <p:nvPr>
            <p:ph idx="1"/>
          </p:nvPr>
        </p:nvSpPr>
        <p:spPr>
          <a:xfrm flipV="1">
            <a:off x="648733" y="1034146"/>
            <a:ext cx="11165775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0800" indent="0">
              <a:buClr>
                <a:schemeClr val="dk1"/>
              </a:buClr>
              <a:buSzPts val="200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"/>
          <p:cNvSpPr txBox="1">
            <a:spLocks noGrp="1"/>
          </p:cNvSpPr>
          <p:nvPr>
            <p:ph type="ftr" sz="quarter" idx="11"/>
          </p:nvPr>
        </p:nvSpPr>
        <p:spPr>
          <a:xfrm>
            <a:off x="5010592" y="6382084"/>
            <a:ext cx="9496687" cy="3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chemeClr val="lt1"/>
              </a:buClr>
              <a:buSzPts val="1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-1 Internship Review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9F4D7C-3F2B-4E27-95DE-CE56677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2D510-06BB-47A0-9275-C0472F7080AF}" type="datetime5">
              <a:rPr lang="en-US" smtClean="0"/>
              <a:pPr/>
              <a:t>12-Apr-26</a:t>
            </a:fld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93C684E-80C2-567D-C2B4-2FAB991D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036" y="927555"/>
            <a:ext cx="1037992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experience in debugging both hardware circuits and software programs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test systems using different conditions and edge cases to ensure reliability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structured approach to problem-solving by breaking tasks into smaller steps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/>
          <p:cNvSpPr txBox="1">
            <a:spLocks noGrp="1"/>
          </p:cNvSpPr>
          <p:nvPr>
            <p:ph type="title"/>
          </p:nvPr>
        </p:nvSpPr>
        <p:spPr>
          <a:xfrm>
            <a:off x="453825" y="39932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THE ORGANIZATION </a:t>
            </a:r>
            <a:endParaRPr sz="3200" b="1" dirty="0">
              <a:solidFill>
                <a:schemeClr val="accent5">
                  <a:lumMod val="7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3"/>
          <p:cNvSpPr txBox="1">
            <a:spLocks noGrp="1"/>
          </p:cNvSpPr>
          <p:nvPr>
            <p:ph type="ftr" sz="quarter" idx="11"/>
          </p:nvPr>
        </p:nvSpPr>
        <p:spPr>
          <a:xfrm>
            <a:off x="4560360" y="6350062"/>
            <a:ext cx="9866151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chemeClr val="lt1"/>
              </a:buClr>
              <a:buSzPts val="1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-1 Internship Review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004A09-E3FF-400D-9615-E42F7F5A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731D-0386-4F25-87AC-C56DF09D0541}" type="datetime5">
              <a:rPr lang="en-US" smtClean="0"/>
              <a:pPr/>
              <a:t>12-Apr-26</a:t>
            </a:fld>
            <a:endParaRPr lang="en-US" dirty="0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047FE498-3B55-DAEA-4612-4579D3A5BA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2185" y="1232976"/>
            <a:ext cx="11567479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Loginware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Softtec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Bangalore-based company specializing in embedded systems and IoT solutions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Focuses on developing real-world applications using modern hardware and software technologies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hands-on training with industry tools and practical project-based learning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gain exposure to real-time development and engineering practices </a:t>
            </a:r>
          </a:p>
        </p:txBody>
      </p:sp>
      <p:pic>
        <p:nvPicPr>
          <p:cNvPr id="5" name="Image 7" descr="IMG_256">
            <a:extLst>
              <a:ext uri="{FF2B5EF4-FFF2-40B4-BE49-F238E27FC236}">
                <a16:creationId xmlns:a16="http://schemas.microsoft.com/office/drawing/2014/main" id="{DEC5A2E2-3ECA-E2D5-0F47-B08AA84D7B6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0360" y="5190544"/>
            <a:ext cx="2142490" cy="5372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FF323-F3BE-26C9-A90C-A7318CCEC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</a:t>
            </a:r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OBJECTIVES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79B33-96BF-1109-4CC3-37098F87D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6AED1-9876-4C01-B62E-34C2049F63B4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B0741-427C-97B7-4DC2-EE08065B4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31228" y="6356350"/>
            <a:ext cx="4114800" cy="365125"/>
          </a:xfrm>
        </p:spPr>
        <p:txBody>
          <a:bodyPr/>
          <a:lstStyle/>
          <a:p>
            <a:pPr lvl="0" algn="l">
              <a:buClr>
                <a:schemeClr val="lt1"/>
              </a:buClr>
              <a:buSzPts val="1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-1 Internship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EA6AB-F86C-F7E2-759E-4B4CE846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28F15D1-A441-3931-1F6C-2724F99BB1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1223" y="1653283"/>
            <a:ext cx="11277600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 strong foundation in C programming for embedded systems and real-time applications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ESP32 microcontroller architecture and perform hardware interfacing operations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IoT-based automation systems using wireless communication and Telegram Bot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gain knowledge of Python programming and Raspberry Pi for advanced applications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debugging, logical thinking, and real-world problem-solving skills </a:t>
            </a:r>
          </a:p>
        </p:txBody>
      </p:sp>
    </p:spTree>
    <p:extLst>
      <p:ext uri="{BB962C8B-B14F-4D97-AF65-F5344CB8AC3E}">
        <p14:creationId xmlns:p14="http://schemas.microsoft.com/office/powerpoint/2010/main" val="730323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 txBox="1">
            <a:spLocks noGrp="1"/>
          </p:cNvSpPr>
          <p:nvPr>
            <p:ph type="title"/>
          </p:nvPr>
        </p:nvSpPr>
        <p:spPr>
          <a:xfrm>
            <a:off x="640831" y="324788"/>
            <a:ext cx="101313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spcBef>
                <a:spcPts val="0"/>
              </a:spcBef>
              <a:buClr>
                <a:srgbClr val="9AD2D8"/>
              </a:buClr>
              <a:buSzPts val="4800"/>
            </a:pPr>
            <a:r>
              <a:rPr lang="en-US" sz="3000" b="1" dirty="0">
                <a:solidFill>
                  <a:srgbClr val="9AD2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</a:t>
            </a:r>
            <a:r>
              <a:rPr lang="en-IN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Topics Covered</a:t>
            </a:r>
            <a:endParaRPr sz="3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73" name="Google Shape;173;p4"/>
          <p:cNvSpPr txBox="1">
            <a:spLocks noGrp="1"/>
          </p:cNvSpPr>
          <p:nvPr>
            <p:ph idx="1"/>
          </p:nvPr>
        </p:nvSpPr>
        <p:spPr>
          <a:xfrm flipV="1">
            <a:off x="126124" y="1553988"/>
            <a:ext cx="11887200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25000" lnSpcReduction="20000"/>
          </a:bodyPr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4"/>
          <p:cNvSpPr txBox="1">
            <a:spLocks noGrp="1"/>
          </p:cNvSpPr>
          <p:nvPr>
            <p:ph type="ftr" sz="quarter" idx="11"/>
          </p:nvPr>
        </p:nvSpPr>
        <p:spPr>
          <a:xfrm>
            <a:off x="4898023" y="6389959"/>
            <a:ext cx="9620249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chemeClr val="lt1"/>
              </a:buClr>
              <a:buSzPts val="1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-1 Internship Review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DF403E-CC0C-4741-A3C8-B04EFDC2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B0FF-304E-4135-B839-DB66C5E9FD16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1770F44-3630-F68E-EC02-172BFC1E1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99707"/>
            <a:ext cx="10405946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C programming concepts including variables, data types, loops, and functions for embedded use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program flow, memory handling, and efficient coding techniques for real-time systems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ESP32 &amp; Raspberry pi architecture including GPIO pins, input/output control, and wireless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8D7212-CAD9-AE45-95C3-6CED8646F5BA}"/>
              </a:ext>
            </a:extLst>
          </p:cNvPr>
          <p:cNvSpPr/>
          <p:nvPr/>
        </p:nvSpPr>
        <p:spPr>
          <a:xfrm>
            <a:off x="2155921" y="4983272"/>
            <a:ext cx="3290207" cy="150676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FC5A4F-C42A-12DF-9B3A-4F3A0DD4958B}"/>
              </a:ext>
            </a:extLst>
          </p:cNvPr>
          <p:cNvSpPr/>
          <p:nvPr/>
        </p:nvSpPr>
        <p:spPr>
          <a:xfrm>
            <a:off x="2588078" y="6389959"/>
            <a:ext cx="2220686" cy="22955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ESP32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FB34B2-31CC-C39B-CD88-D50783B9E68E}"/>
              </a:ext>
            </a:extLst>
          </p:cNvPr>
          <p:cNvSpPr/>
          <p:nvPr/>
        </p:nvSpPr>
        <p:spPr>
          <a:xfrm>
            <a:off x="6964948" y="4330310"/>
            <a:ext cx="2743199" cy="2353582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73C396-65A0-5FED-496B-F5BBA1AE01B8}"/>
              </a:ext>
            </a:extLst>
          </p:cNvPr>
          <p:cNvSpPr/>
          <p:nvPr/>
        </p:nvSpPr>
        <p:spPr>
          <a:xfrm>
            <a:off x="7592785" y="6135818"/>
            <a:ext cx="1698171" cy="3689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Raspberry 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 txBox="1">
            <a:spLocks noGrp="1"/>
          </p:cNvSpPr>
          <p:nvPr>
            <p:ph type="title"/>
          </p:nvPr>
        </p:nvSpPr>
        <p:spPr>
          <a:xfrm>
            <a:off x="640831" y="324788"/>
            <a:ext cx="101313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spcBef>
                <a:spcPts val="0"/>
              </a:spcBef>
              <a:buClr>
                <a:srgbClr val="9AD2D8"/>
              </a:buClr>
              <a:buSzPts val="4800"/>
            </a:pPr>
            <a:r>
              <a:rPr lang="en-US" sz="3000" b="1" dirty="0">
                <a:solidFill>
                  <a:srgbClr val="9AD2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</a:t>
            </a:r>
            <a:r>
              <a:rPr lang="en-IN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Topics Covered Cont..</a:t>
            </a:r>
            <a:endParaRPr sz="3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73" name="Google Shape;173;p4"/>
          <p:cNvSpPr txBox="1">
            <a:spLocks noGrp="1"/>
          </p:cNvSpPr>
          <p:nvPr>
            <p:ph idx="1"/>
          </p:nvPr>
        </p:nvSpPr>
        <p:spPr>
          <a:xfrm flipV="1">
            <a:off x="126124" y="1553988"/>
            <a:ext cx="11887200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25000" lnSpcReduction="20000"/>
          </a:bodyPr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4"/>
          <p:cNvSpPr txBox="1">
            <a:spLocks noGrp="1"/>
          </p:cNvSpPr>
          <p:nvPr>
            <p:ph type="ftr" sz="quarter" idx="11"/>
          </p:nvPr>
        </p:nvSpPr>
        <p:spPr>
          <a:xfrm>
            <a:off x="5020686" y="6480300"/>
            <a:ext cx="9620249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buClr>
                <a:schemeClr val="lt1"/>
              </a:buClr>
              <a:buSzPts val="1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-1 Internship Review</a:t>
            </a:r>
          </a:p>
          <a:p>
            <a:pPr lvl="0" algn="l">
              <a:buClr>
                <a:schemeClr val="lt1"/>
              </a:buClr>
              <a:buSzPts val="1000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DF403E-CC0C-4741-A3C8-B04EFDC2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B0FF-304E-4135-B839-DB66C5E9FD16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1770F44-3630-F68E-EC02-172BFC1E1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26414"/>
            <a:ext cx="10629900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multiple sensors such as IR, water level, soil moisture, flame, and gas sensors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IoT automation systems using Telegram Bot for remote device control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Worked with Raspberry Pi for GPIO operations and basic hardware interfacing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VNC for remote access and control of Raspberry Pi systems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534456-B396-7D40-3436-8A50B5BFE656}"/>
              </a:ext>
            </a:extLst>
          </p:cNvPr>
          <p:cNvSpPr/>
          <p:nvPr/>
        </p:nvSpPr>
        <p:spPr>
          <a:xfrm>
            <a:off x="1443544" y="4746866"/>
            <a:ext cx="2410000" cy="135917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3F9822-E2BB-6A77-64E1-7CEB70BB3F5D}"/>
              </a:ext>
            </a:extLst>
          </p:cNvPr>
          <p:cNvSpPr/>
          <p:nvPr/>
        </p:nvSpPr>
        <p:spPr>
          <a:xfrm>
            <a:off x="5000803" y="4722372"/>
            <a:ext cx="2410000" cy="1383666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455B64-C1B4-1E80-756E-1A6ECD90F999}"/>
              </a:ext>
            </a:extLst>
          </p:cNvPr>
          <p:cNvSpPr/>
          <p:nvPr/>
        </p:nvSpPr>
        <p:spPr>
          <a:xfrm>
            <a:off x="8610600" y="4722372"/>
            <a:ext cx="2137856" cy="1359173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8D0548-0E74-4D4C-6876-96BEE1F3B520}"/>
              </a:ext>
            </a:extLst>
          </p:cNvPr>
          <p:cNvSpPr/>
          <p:nvPr/>
        </p:nvSpPr>
        <p:spPr>
          <a:xfrm>
            <a:off x="1690007" y="6204857"/>
            <a:ext cx="1975757" cy="27544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IR Sensor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EAE438-A36E-1705-19EB-A67F621D6F08}"/>
              </a:ext>
            </a:extLst>
          </p:cNvPr>
          <p:cNvSpPr/>
          <p:nvPr/>
        </p:nvSpPr>
        <p:spPr>
          <a:xfrm>
            <a:off x="5143500" y="6204857"/>
            <a:ext cx="2027814" cy="27544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Water Level Sensor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5F43A7-2951-EEAD-339F-F4A23A8C9873}"/>
              </a:ext>
            </a:extLst>
          </p:cNvPr>
          <p:cNvSpPr/>
          <p:nvPr/>
        </p:nvSpPr>
        <p:spPr>
          <a:xfrm>
            <a:off x="8610600" y="6204857"/>
            <a:ext cx="2161531" cy="27544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Smoke Sensor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>
            <a:spLocks noGrp="1"/>
          </p:cNvSpPr>
          <p:nvPr>
            <p:ph type="title"/>
          </p:nvPr>
        </p:nvSpPr>
        <p:spPr>
          <a:xfrm>
            <a:off x="775609" y="111186"/>
            <a:ext cx="10131300" cy="115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spcBef>
                <a:spcPts val="0"/>
              </a:spcBef>
              <a:buClr>
                <a:srgbClr val="9AD2D8"/>
              </a:buClr>
              <a:buSzPts val="4800"/>
            </a:pPr>
            <a:r>
              <a:rPr lang="en-IN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Software Used</a:t>
            </a:r>
            <a:endParaRPr sz="36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4EA7FC-388C-6B45-9BD6-F725DE9DD0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4164814"/>
              </p:ext>
            </p:extLst>
          </p:nvPr>
        </p:nvGraphicFramePr>
        <p:xfrm>
          <a:off x="775609" y="1388305"/>
          <a:ext cx="10484005" cy="500871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378125">
                  <a:extLst>
                    <a:ext uri="{9D8B030D-6E8A-4147-A177-3AD203B41FA5}">
                      <a16:colId xmlns:a16="http://schemas.microsoft.com/office/drawing/2014/main" val="1836128302"/>
                    </a:ext>
                  </a:extLst>
                </a:gridCol>
                <a:gridCol w="6105880">
                  <a:extLst>
                    <a:ext uri="{9D8B030D-6E8A-4147-A177-3AD203B41FA5}">
                      <a16:colId xmlns:a16="http://schemas.microsoft.com/office/drawing/2014/main" val="4031286616"/>
                    </a:ext>
                  </a:extLst>
                </a:gridCol>
              </a:tblGrid>
              <a:tr h="456755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 / Software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/ Application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5359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IDE</a:t>
                      </a:r>
                      <a:endParaRPr 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writing, compiling, and uploading code to ESP32 microcontroller for hardware control and IoT applications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5359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 (</a:t>
                      </a: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NodeMCU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as the main microcontroller to interface sensors, control devices, and enable wireless IoT 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8644069"/>
                  </a:ext>
                </a:extLst>
              </a:tr>
              <a:tr h="985359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 Pi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as a mini-computer to perform GPIO operations, run Python scripts, and develop embedded applications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5858060"/>
                  </a:ext>
                </a:extLst>
              </a:tr>
              <a:tr h="985359">
                <a:tc>
                  <a:txBody>
                    <a:bodyPr/>
                    <a:lstStyle/>
                    <a:p>
                      <a:r>
                        <a:rPr lang="en-IN" sz="2400" dirty="0"/>
                        <a:t>Python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Used for controlling hardware components on Raspberry Pi.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561117"/>
                  </a:ext>
                </a:extLst>
              </a:tr>
            </a:tbl>
          </a:graphicData>
        </a:graphic>
      </p:graphicFrame>
      <p:sp>
        <p:nvSpPr>
          <p:cNvPr id="214" name="Google Shape;214;p9"/>
          <p:cNvSpPr txBox="1">
            <a:spLocks noGrp="1"/>
          </p:cNvSpPr>
          <p:nvPr>
            <p:ph type="ftr" sz="quarter" idx="11"/>
          </p:nvPr>
        </p:nvSpPr>
        <p:spPr>
          <a:xfrm>
            <a:off x="4989891" y="6412486"/>
            <a:ext cx="9744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chemeClr val="lt1"/>
              </a:buClr>
              <a:buSzPts val="1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-1 Internship Review</a:t>
            </a:r>
          </a:p>
        </p:txBody>
      </p:sp>
      <p:sp>
        <p:nvSpPr>
          <p:cNvPr id="217" name="Google Shape;217;p9"/>
          <p:cNvSpPr txBox="1"/>
          <p:nvPr/>
        </p:nvSpPr>
        <p:spPr>
          <a:xfrm>
            <a:off x="5430163" y="6496812"/>
            <a:ext cx="1474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7C3C4D-B387-40C8-8BE7-88FC599A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15335-975B-4EAE-A00E-8C42EE997BDD}" type="datetime5">
              <a:rPr lang="en-US" smtClean="0"/>
              <a:pPr/>
              <a:t>12-Apr-26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69BAC-9383-D198-0D35-6F0230D4B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			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 Experience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900EB-4796-F75F-F105-FF75E8566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135"/>
            <a:ext cx="10515600" cy="349379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experience by writing and executing C programs for embedded systems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with ESP32 to control LEDs, motors ,water level  and other hardware components using GPIO pins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circuits and programs under different conditions to ensure proper functionality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5ABD1-368D-5944-2C26-12A73534A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6AED1-9876-4C01-B62E-34C2049F63B4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95994-1DCB-C618-F8E2-92483A1AB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9263" y="6366329"/>
            <a:ext cx="4114800" cy="365125"/>
          </a:xfrm>
        </p:spPr>
        <p:txBody>
          <a:bodyPr/>
          <a:lstStyle/>
          <a:p>
            <a:pPr lvl="0" algn="l">
              <a:buClr>
                <a:schemeClr val="lt1"/>
              </a:buClr>
              <a:buSzPts val="1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-1 Internship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E035B-D39F-141E-6FD2-53320C13C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6E4A31-989F-787A-8DAF-AC56E84771B7}"/>
              </a:ext>
            </a:extLst>
          </p:cNvPr>
          <p:cNvSpPr/>
          <p:nvPr/>
        </p:nvSpPr>
        <p:spPr>
          <a:xfrm>
            <a:off x="3872285" y="4579951"/>
            <a:ext cx="3673503" cy="154581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ADB7FE-3AE4-D840-3AE0-61A8C6D04BB1}"/>
              </a:ext>
            </a:extLst>
          </p:cNvPr>
          <p:cNvSpPr/>
          <p:nvPr/>
        </p:nvSpPr>
        <p:spPr>
          <a:xfrm>
            <a:off x="3959750" y="6194066"/>
            <a:ext cx="3490622" cy="2305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Water level sensor using ESP32</a:t>
            </a:r>
          </a:p>
        </p:txBody>
      </p:sp>
    </p:spTree>
    <p:extLst>
      <p:ext uri="{BB962C8B-B14F-4D97-AF65-F5344CB8AC3E}">
        <p14:creationId xmlns:p14="http://schemas.microsoft.com/office/powerpoint/2010/main" val="2255656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69BAC-9383-D198-0D35-6F0230D4B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			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 Experience(Cont…)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900EB-4796-F75F-F105-FF75E8566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397"/>
            <a:ext cx="10515600" cy="3153311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IoT automation by connecting ESP32 with Telegram Bot for remote control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on Raspberry Pi using Python to perform LED and GPIO-based operations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VNC to remotely access Raspberry Pi and manage development tasks efficiently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ability to debug and integrate both hardware and software components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confidence in handling real-time embedded system projects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5ABD1-368D-5944-2C26-12A73534A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6AED1-9876-4C01-B62E-34C2049F63B4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95994-1DCB-C618-F8E2-92483A1AB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15349" y="6356350"/>
            <a:ext cx="4114800" cy="365125"/>
          </a:xfrm>
        </p:spPr>
        <p:txBody>
          <a:bodyPr/>
          <a:lstStyle/>
          <a:p>
            <a:pPr lvl="0" algn="l">
              <a:buClr>
                <a:schemeClr val="lt1"/>
              </a:buClr>
              <a:buSzPts val="1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-1 Internship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E035B-D39F-141E-6FD2-53320C13C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DCF72F-2492-1AB5-A5DA-8526D3BC02D9}"/>
              </a:ext>
            </a:extLst>
          </p:cNvPr>
          <p:cNvSpPr/>
          <p:nvPr/>
        </p:nvSpPr>
        <p:spPr>
          <a:xfrm>
            <a:off x="962108" y="4476584"/>
            <a:ext cx="3514476" cy="153460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68487B-B3AA-FBE2-2526-B8E48E1364EA}"/>
              </a:ext>
            </a:extLst>
          </p:cNvPr>
          <p:cNvSpPr/>
          <p:nvPr/>
        </p:nvSpPr>
        <p:spPr>
          <a:xfrm>
            <a:off x="1152939" y="6066845"/>
            <a:ext cx="3005593" cy="3651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VNC Viewer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FB0514-4487-F9D2-C3DC-BE3E5D539B51}"/>
              </a:ext>
            </a:extLst>
          </p:cNvPr>
          <p:cNvSpPr/>
          <p:nvPr/>
        </p:nvSpPr>
        <p:spPr>
          <a:xfrm>
            <a:off x="6822219" y="4476584"/>
            <a:ext cx="3331597" cy="159026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B966C0-979A-4058-32C2-2BB387BEE09D}"/>
              </a:ext>
            </a:extLst>
          </p:cNvPr>
          <p:cNvSpPr/>
          <p:nvPr/>
        </p:nvSpPr>
        <p:spPr>
          <a:xfrm>
            <a:off x="7036904" y="6066845"/>
            <a:ext cx="3005593" cy="3651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Arduino IDE Page</a:t>
            </a:r>
          </a:p>
        </p:txBody>
      </p:sp>
    </p:spTree>
    <p:extLst>
      <p:ext uri="{BB962C8B-B14F-4D97-AF65-F5344CB8AC3E}">
        <p14:creationId xmlns:p14="http://schemas.microsoft.com/office/powerpoint/2010/main" val="2255656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spcBef>
                <a:spcPts val="0"/>
              </a:spcBef>
              <a:buClr>
                <a:srgbClr val="9AD2D8"/>
              </a:buClr>
              <a:buSzPts val="4800"/>
            </a:pPr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Learnings</a:t>
            </a:r>
            <a:endParaRPr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Google Shape;231;p11"/>
          <p:cNvSpPr txBox="1">
            <a:spLocks noGrp="1"/>
          </p:cNvSpPr>
          <p:nvPr>
            <p:ph idx="1"/>
          </p:nvPr>
        </p:nvSpPr>
        <p:spPr>
          <a:xfrm>
            <a:off x="838200" y="1996376"/>
            <a:ext cx="10515600" cy="2649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algn="just">
              <a:buNone/>
            </a:pPr>
            <a:endParaRPr lang="en-US" sz="2400" dirty="0"/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Skills: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strong programming skills in C for embedded systems development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knowledge about Arduino software and how to implement the code for hardware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sensor integration techniques for building smart monitoring systems</a:t>
            </a:r>
          </a:p>
          <a:p>
            <a:pPr algn="just">
              <a:buNone/>
            </a:pPr>
            <a:endParaRPr lang="en-US" b="1" dirty="0"/>
          </a:p>
          <a:p>
            <a:pPr algn="just">
              <a:buNone/>
            </a:pPr>
            <a:endParaRPr lang="en-US" b="1" dirty="0"/>
          </a:p>
          <a:p>
            <a:pPr>
              <a:buNone/>
            </a:pPr>
            <a:endParaRPr lang="en-IN" sz="2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Google Shape;232;p11"/>
          <p:cNvSpPr txBox="1">
            <a:spLocks noGrp="1"/>
          </p:cNvSpPr>
          <p:nvPr>
            <p:ph type="ftr" sz="quarter" idx="11"/>
          </p:nvPr>
        </p:nvSpPr>
        <p:spPr>
          <a:xfrm>
            <a:off x="5024437" y="6448720"/>
            <a:ext cx="9915525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chemeClr val="lt1"/>
              </a:buClr>
              <a:buSzPts val="1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-1 Internship Review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1861FF-2C62-44DE-90B3-D5A72834D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9C863-6D8A-4E41-B88C-D34D62879DAB}" type="datetime5">
              <a:rPr lang="en-US" smtClean="0"/>
              <a:pPr/>
              <a:t>12-Apr-26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7E7DBE-E39D-3E37-D93D-9E3FC62CDCB6}"/>
              </a:ext>
            </a:extLst>
          </p:cNvPr>
          <p:cNvSpPr/>
          <p:nvPr/>
        </p:nvSpPr>
        <p:spPr>
          <a:xfrm>
            <a:off x="1355271" y="4269921"/>
            <a:ext cx="3869872" cy="162469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0E498C-303D-7ED8-2D2C-DA05D2A0A22E}"/>
              </a:ext>
            </a:extLst>
          </p:cNvPr>
          <p:cNvSpPr/>
          <p:nvPr/>
        </p:nvSpPr>
        <p:spPr>
          <a:xfrm>
            <a:off x="1428750" y="6008914"/>
            <a:ext cx="3595687" cy="3474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ESP32 with LED &amp;Buzzer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7CC666-72C8-51CB-4A90-3C92BDB235AB}"/>
              </a:ext>
            </a:extLst>
          </p:cNvPr>
          <p:cNvSpPr/>
          <p:nvPr/>
        </p:nvSpPr>
        <p:spPr>
          <a:xfrm>
            <a:off x="6966859" y="4024993"/>
            <a:ext cx="3262991" cy="2049236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7C16A4-663F-66C3-9BED-5F37965CE518}"/>
              </a:ext>
            </a:extLst>
          </p:cNvPr>
          <p:cNvSpPr/>
          <p:nvPr/>
        </p:nvSpPr>
        <p:spPr>
          <a:xfrm>
            <a:off x="7151914" y="6131379"/>
            <a:ext cx="2743200" cy="3173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 Code For LED ON OFF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96E69-2512-53D0-1C42-12531C111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</a:t>
            </a:r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Learnings(</a:t>
            </a:r>
            <a:r>
              <a:rPr lang="en-IN" sz="32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03328-AE7E-068E-3FAD-1100F32C7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381"/>
            <a:ext cx="10515600" cy="4769582"/>
          </a:xfrm>
        </p:spPr>
        <p:txBody>
          <a:bodyPr/>
          <a:lstStyle/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Understanding: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embedded system architecture and real-time processing concepts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with ESP32 microcontroller and hardware interfacing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IoT communication and remote device control mechanisms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5D1CB-83AB-4A4C-03A0-DDA239E20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6AED1-9876-4C01-B62E-34C2049F63B4}" type="datetime5">
              <a:rPr lang="en-US" smtClean="0"/>
              <a:pPr/>
              <a:t>12-Apr-26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EAD1B-D3C1-8C13-1F1B-78BA5DAB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9714" y="6356349"/>
            <a:ext cx="4114800" cy="365125"/>
          </a:xfrm>
        </p:spPr>
        <p:txBody>
          <a:bodyPr/>
          <a:lstStyle/>
          <a:p>
            <a:pPr lvl="0" algn="l">
              <a:buClr>
                <a:schemeClr val="lt1"/>
              </a:buClr>
              <a:buSzPts val="1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-1 Internship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E1E66-426F-8BB8-178E-DBAFF796F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 dirty="0"/>
          </a:p>
        </p:txBody>
      </p:sp>
      <p:pic>
        <p:nvPicPr>
          <p:cNvPr id="8" name="Image 104">
            <a:extLst>
              <a:ext uri="{FF2B5EF4-FFF2-40B4-BE49-F238E27FC236}">
                <a16:creationId xmlns:a16="http://schemas.microsoft.com/office/drawing/2014/main" id="{1FFFD782-C58C-69A3-60B7-E7F1761114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9007" y="3726897"/>
            <a:ext cx="5391150" cy="245746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2A20DE-F506-3C10-5063-52ECAB129C65}"/>
              </a:ext>
            </a:extLst>
          </p:cNvPr>
          <p:cNvSpPr/>
          <p:nvPr/>
        </p:nvSpPr>
        <p:spPr>
          <a:xfrm>
            <a:off x="3641697" y="6241690"/>
            <a:ext cx="4253948" cy="2511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Interfacing Of Hardware Components</a:t>
            </a:r>
          </a:p>
        </p:txBody>
      </p:sp>
    </p:spTree>
    <p:extLst>
      <p:ext uri="{BB962C8B-B14F-4D97-AF65-F5344CB8AC3E}">
        <p14:creationId xmlns:p14="http://schemas.microsoft.com/office/powerpoint/2010/main" val="1499210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spcBef>
                <a:spcPts val="0"/>
              </a:spcBef>
              <a:buClr>
                <a:srgbClr val="9AD2D8"/>
              </a:buClr>
              <a:buSzPts val="4800"/>
            </a:pPr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</a:t>
            </a:r>
            <a:r>
              <a:rPr lang="en-IN" sz="32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Learnings</a:t>
            </a:r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(Cont…)</a:t>
            </a:r>
            <a:endParaRPr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Google Shape;231;p11"/>
          <p:cNvSpPr txBox="1">
            <a:spLocks noGrp="1"/>
          </p:cNvSpPr>
          <p:nvPr>
            <p:ph idx="1"/>
          </p:nvPr>
        </p:nvSpPr>
        <p:spPr>
          <a:xfrm>
            <a:off x="911678" y="1027906"/>
            <a:ext cx="10602951" cy="3397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Development: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problem-solving skills through continuous hands-on implementation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with ESP32 microcontroller and hardware interfacing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Learned structured thinking for designing and implementing embedded solutions</a:t>
            </a:r>
          </a:p>
        </p:txBody>
      </p:sp>
      <p:sp>
        <p:nvSpPr>
          <p:cNvPr id="232" name="Google Shape;232;p11"/>
          <p:cNvSpPr txBox="1">
            <a:spLocks noGrp="1"/>
          </p:cNvSpPr>
          <p:nvPr>
            <p:ph type="ftr" sz="quarter" idx="11"/>
          </p:nvPr>
        </p:nvSpPr>
        <p:spPr>
          <a:xfrm>
            <a:off x="5024437" y="6448720"/>
            <a:ext cx="9915525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chemeClr val="lt1"/>
              </a:buClr>
              <a:buSzPts val="1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-1 Internship Review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1861FF-2C62-44DE-90B3-D5A72834D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9C863-6D8A-4E41-B88C-D34D62879DAB}" type="datetime5">
              <a:rPr lang="en-US" smtClean="0"/>
              <a:pPr/>
              <a:t>12-Apr-26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49F7A4-041D-3342-ED57-4FDE28625BAF}"/>
              </a:ext>
            </a:extLst>
          </p:cNvPr>
          <p:cNvSpPr/>
          <p:nvPr/>
        </p:nvSpPr>
        <p:spPr>
          <a:xfrm>
            <a:off x="3706587" y="4000500"/>
            <a:ext cx="4718956" cy="224517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F8A123-6215-764C-643A-06EA423DEF20}"/>
              </a:ext>
            </a:extLst>
          </p:cNvPr>
          <p:cNvSpPr/>
          <p:nvPr/>
        </p:nvSpPr>
        <p:spPr>
          <a:xfrm>
            <a:off x="4327071" y="6245679"/>
            <a:ext cx="3673929" cy="2471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Embedded Systems Block Diagram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GB" sz="3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896600" cy="442850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this internship, I gained strong practical knowledge in embedded systems and IoT. I developed skills in C programming, ESP32, sensor integration, and Raspberry Pi. I improved my debugging,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logical thinking.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experience has prepared me to work confidently in the field of embedded systems and IoT development.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01961" y="6310312"/>
            <a:ext cx="8401050" cy="365125"/>
          </a:xfrm>
        </p:spPr>
        <p:txBody>
          <a:bodyPr/>
          <a:lstStyle/>
          <a:p>
            <a:pPr lvl="0" algn="l">
              <a:buClr>
                <a:schemeClr val="lt1"/>
              </a:buClr>
              <a:buSzPts val="1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-1 Internship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12DBB-AFD9-45E0-ADFF-E70468FA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E62A4-7308-41A1-90D1-CEF13C5A4A29}" type="datetime5">
              <a:rPr lang="en-US" smtClean="0"/>
              <a:pPr/>
              <a:t>12-Apr-26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3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 txBox="1">
            <a:spLocks noGrp="1"/>
          </p:cNvSpPr>
          <p:nvPr>
            <p:ph type="title"/>
          </p:nvPr>
        </p:nvSpPr>
        <p:spPr>
          <a:xfrm>
            <a:off x="838200" y="2552840"/>
            <a:ext cx="96956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9AD2D8"/>
              </a:buClr>
              <a:buSzPts val="6000"/>
              <a:buFont typeface="Calibri"/>
              <a:buNone/>
            </a:pPr>
            <a:r>
              <a:rPr lang="en-US" sz="6000" b="1" dirty="0">
                <a:solidFill>
                  <a:srgbClr val="9AD2D8"/>
                </a:solidFill>
              </a:rPr>
              <a:t>				   					</a:t>
            </a: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6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7" name="Google Shape;247;p13"/>
          <p:cNvSpPr txBox="1">
            <a:spLocks noGrp="1"/>
          </p:cNvSpPr>
          <p:nvPr>
            <p:ph type="ftr" sz="quarter" idx="11"/>
          </p:nvPr>
        </p:nvSpPr>
        <p:spPr>
          <a:xfrm>
            <a:off x="4758689" y="6343650"/>
            <a:ext cx="9226614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chemeClr val="lt1"/>
              </a:buClr>
              <a:buSzPts val="1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-1 Internship Review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03794A-084E-4953-A75A-1CBCD468C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2978-DCC3-46D9-8FA7-4549A756412A}" type="datetime5">
              <a:rPr lang="en-US" smtClean="0"/>
              <a:pPr/>
              <a:t>12-Apr-26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1610</TotalTime>
  <Words>958</Words>
  <Application>Microsoft Office PowerPoint</Application>
  <PresentationFormat>Widescreen</PresentationFormat>
  <Paragraphs>153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Bookman Old Style</vt:lpstr>
      <vt:lpstr>Calibri</vt:lpstr>
      <vt:lpstr>Calibri Light</vt:lpstr>
      <vt:lpstr>Times New Roman</vt:lpstr>
      <vt:lpstr>Wingdings</vt:lpstr>
      <vt:lpstr>Office Theme</vt:lpstr>
      <vt:lpstr>         PHASE - 1 INTERNSHIP PRESENTATION   ON    EMBEDDED SYSTEMS &amp; IOT INTERN</vt:lpstr>
      <vt:lpstr>         Industry Overview-Embedded System &amp; IOT</vt:lpstr>
      <vt:lpstr>INTRODUCTION</vt:lpstr>
      <vt:lpstr>INTRODUCTION Cont…</vt:lpstr>
      <vt:lpstr>ABOUT THE ORGANIZATION </vt:lpstr>
      <vt:lpstr>                    INTERNSHIP OBJECTIVES</vt:lpstr>
      <vt:lpstr>                                                                                                             Technical Topics Covered</vt:lpstr>
      <vt:lpstr>                                                                                                             Technical Topics Covered Cont..</vt:lpstr>
      <vt:lpstr>Tools and Software Used</vt:lpstr>
      <vt:lpstr>   Hands-On Experience</vt:lpstr>
      <vt:lpstr>   Hands-On Experience(Cont…)</vt:lpstr>
      <vt:lpstr>Technical Learnings</vt:lpstr>
      <vt:lpstr>                   Technical Learnings(Cont…)</vt:lpstr>
      <vt:lpstr>Technical Learnings(Cont…)</vt:lpstr>
      <vt:lpstr>Conclusion </vt:lpstr>
      <vt:lpstr>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 ON  TEXT RECOGNITION IN IMAGES USING PYTHON</dc:title>
  <dc:creator>AIET</dc:creator>
  <cp:lastModifiedBy>Rithish Kumar Chandrahas Gouda</cp:lastModifiedBy>
  <cp:revision>123</cp:revision>
  <dcterms:modified xsi:type="dcterms:W3CDTF">2026-04-12T17:53:18Z</dcterms:modified>
</cp:coreProperties>
</file>